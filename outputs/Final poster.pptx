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5"/>
  </p:sldMasterIdLst>
  <p:notesMasterIdLst>
    <p:notesMasterId r:id="rId7"/>
  </p:notesMasterIdLst>
  <p:handoutMasterIdLst>
    <p:handoutMasterId r:id="rId8"/>
  </p:handoutMasterIdLst>
  <p:sldIdLst>
    <p:sldId id="256" r:id="rId6"/>
  </p:sldIdLst>
  <p:sldSz cx="32404050" cy="43205400"/>
  <p:notesSz cx="6858000" cy="9144000"/>
  <p:defaultTextStyle>
    <a:defPPr>
      <a:defRPr lang="he-IL"/>
    </a:defPPr>
    <a:lvl1pPr algn="l" defTabSz="4319588" rtl="0" eaLnBrk="0" fontAlgn="base" hangingPunct="0">
      <a:spcBef>
        <a:spcPct val="0"/>
      </a:spcBef>
      <a:spcAft>
        <a:spcPct val="0"/>
      </a:spcAft>
      <a:defRPr sz="85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2159000" indent="-1701800" algn="l" defTabSz="4319588" rtl="0" eaLnBrk="0" fontAlgn="base" hangingPunct="0">
      <a:spcBef>
        <a:spcPct val="0"/>
      </a:spcBef>
      <a:spcAft>
        <a:spcPct val="0"/>
      </a:spcAft>
      <a:defRPr sz="85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4319588" indent="-3405188" algn="l" defTabSz="4319588" rtl="0" eaLnBrk="0" fontAlgn="base" hangingPunct="0">
      <a:spcBef>
        <a:spcPct val="0"/>
      </a:spcBef>
      <a:spcAft>
        <a:spcPct val="0"/>
      </a:spcAft>
      <a:defRPr sz="85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6480175" indent="-5108575" algn="l" defTabSz="4319588" rtl="0" eaLnBrk="0" fontAlgn="base" hangingPunct="0">
      <a:spcBef>
        <a:spcPct val="0"/>
      </a:spcBef>
      <a:spcAft>
        <a:spcPct val="0"/>
      </a:spcAft>
      <a:defRPr sz="85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8640763" indent="-6811963" algn="l" defTabSz="4319588" rtl="0" eaLnBrk="0" fontAlgn="base" hangingPunct="0">
      <a:spcBef>
        <a:spcPct val="0"/>
      </a:spcBef>
      <a:spcAft>
        <a:spcPct val="0"/>
      </a:spcAft>
      <a:defRPr sz="85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85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85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85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85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3608">
          <p15:clr>
            <a:srgbClr val="A4A3A4"/>
          </p15:clr>
        </p15:guide>
        <p15:guide id="2" pos="1020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FA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574" autoAdjust="0"/>
    <p:restoredTop sz="93969" autoAdjust="0"/>
  </p:normalViewPr>
  <p:slideViewPr>
    <p:cSldViewPr>
      <p:cViewPr>
        <p:scale>
          <a:sx n="33" d="100"/>
          <a:sy n="33" d="100"/>
        </p:scale>
        <p:origin x="2768" y="-560"/>
      </p:cViewPr>
      <p:guideLst>
        <p:guide orient="horz" pos="13608"/>
        <p:guide pos="1020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121" d="100"/>
          <a:sy n="121" d="100"/>
        </p:scale>
        <p:origin x="4164" y="9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theme" Target="theme/theme1.xml"/><Relationship Id="rId5" Type="http://schemas.openxmlformats.org/officeDocument/2006/relationships/slideMaster" Target="slideMasters/slideMaster1.xml"/><Relationship Id="rId10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F2848BA3-65B5-9CE8-5457-020CF80DAF4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1588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 defTabSz="4320540" rtl="1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E7795A76-9F84-447E-BB3C-0E99DC9A7893}" type="datetimeFigureOut">
              <a:rPr lang="he-IL"/>
              <a:pPr>
                <a:defRPr/>
              </a:pPr>
              <a:t>כ'.סיון.תשפ"ו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32C7B179-2E6D-0F3E-3AA5-31C56C1F6C1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388620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 defTabSz="4320540" rtl="1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8A3B4240-7A02-3306-A010-8598FD99040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588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rtl="1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1CE76302-23F1-4F8A-AFF7-68C9E725906D}" type="slidenum">
              <a:rPr lang="he-IL" altLang="he-IL"/>
              <a:pPr>
                <a:defRPr/>
              </a:pPr>
              <a:t>‹#›</a:t>
            </a:fld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>
            <a:extLst>
              <a:ext uri="{FF2B5EF4-FFF2-40B4-BE49-F238E27FC236}">
                <a16:creationId xmlns:a16="http://schemas.microsoft.com/office/drawing/2014/main" id="{DB713015-E60D-C0F3-AA54-0D0FC4136DF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 defTabSz="4320540" rtl="1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he-IL"/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E2342818-AFE6-04E9-D584-09518AEE5BBA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 defTabSz="4320540" rtl="1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320832A8-C210-4F33-AE43-195174582F37}" type="datetimeFigureOut">
              <a:rPr lang="he-IL"/>
              <a:pPr>
                <a:defRPr/>
              </a:pPr>
              <a:t>כ'.סיון.תשפ"ו</a:t>
            </a:fld>
            <a:endParaRPr lang="he-IL"/>
          </a:p>
        </p:txBody>
      </p:sp>
      <p:sp>
        <p:nvSpPr>
          <p:cNvPr id="4" name="מציין מיקום של תמונת שקופית 3">
            <a:extLst>
              <a:ext uri="{FF2B5EF4-FFF2-40B4-BE49-F238E27FC236}">
                <a16:creationId xmlns:a16="http://schemas.microsoft.com/office/drawing/2014/main" id="{8226FDC5-989C-BF91-346E-D814B2363A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143125" y="685800"/>
            <a:ext cx="25717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pPr lvl="0"/>
            <a:endParaRPr lang="he-IL" noProof="0"/>
          </a:p>
        </p:txBody>
      </p:sp>
      <p:sp>
        <p:nvSpPr>
          <p:cNvPr id="5" name="מציין מיקום של הערות 4">
            <a:extLst>
              <a:ext uri="{FF2B5EF4-FFF2-40B4-BE49-F238E27FC236}">
                <a16:creationId xmlns:a16="http://schemas.microsoft.com/office/drawing/2014/main" id="{C4799B09-5F3B-5842-1636-08A3A7D87F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 noProof="0"/>
              <a:t>לחץ כדי לערוך סגנונות טקסט של תבנית בסיס</a:t>
            </a:r>
          </a:p>
          <a:p>
            <a:pPr lvl="1"/>
            <a:r>
              <a:rPr lang="he-IL" noProof="0"/>
              <a:t>רמה שנייה</a:t>
            </a:r>
          </a:p>
          <a:p>
            <a:pPr lvl="2"/>
            <a:r>
              <a:rPr lang="he-IL" noProof="0"/>
              <a:t>רמה שלישית</a:t>
            </a:r>
          </a:p>
          <a:p>
            <a:pPr lvl="3"/>
            <a:r>
              <a:rPr lang="he-IL" noProof="0"/>
              <a:t>רמה רביעית</a:t>
            </a:r>
          </a:p>
          <a:p>
            <a:pPr lvl="4"/>
            <a:r>
              <a:rPr lang="he-IL" noProof="0"/>
              <a:t>רמה חמישית</a:t>
            </a:r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D8838119-1D8B-E16B-441F-6C668EF1671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 defTabSz="4320540" rtl="1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BBC2D3BC-F833-CA4B-E0EA-0575EC7AA5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rtl="1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D93A560B-3F5C-43F4-A174-91AE6E23805E}" type="slidenum">
              <a:rPr lang="he-IL" altLang="he-IL"/>
              <a:pPr>
                <a:defRPr/>
              </a:pPr>
              <a:t>‹#›</a:t>
            </a:fld>
            <a:endParaRPr lang="he-IL" altLang="he-I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r" defTabSz="4319588" rtl="1" eaLnBrk="0" fontAlgn="base" hangingPunct="0">
      <a:spcBef>
        <a:spcPct val="30000"/>
      </a:spcBef>
      <a:spcAft>
        <a:spcPct val="0"/>
      </a:spcAft>
      <a:defRPr sz="5700" kern="1200">
        <a:solidFill>
          <a:schemeClr val="tx1"/>
        </a:solidFill>
        <a:latin typeface="+mn-lt"/>
        <a:ea typeface="+mn-ea"/>
        <a:cs typeface="+mn-cs"/>
      </a:defRPr>
    </a:lvl1pPr>
    <a:lvl2pPr marL="2159000" algn="r" defTabSz="4319588" rtl="1" eaLnBrk="0" fontAlgn="base" hangingPunct="0">
      <a:spcBef>
        <a:spcPct val="30000"/>
      </a:spcBef>
      <a:spcAft>
        <a:spcPct val="0"/>
      </a:spcAft>
      <a:defRPr sz="5700" kern="1200">
        <a:solidFill>
          <a:schemeClr val="tx1"/>
        </a:solidFill>
        <a:latin typeface="+mn-lt"/>
        <a:ea typeface="+mn-ea"/>
        <a:cs typeface="+mn-cs"/>
      </a:defRPr>
    </a:lvl2pPr>
    <a:lvl3pPr marL="4319588" algn="r" defTabSz="4319588" rtl="1" eaLnBrk="0" fontAlgn="base" hangingPunct="0">
      <a:spcBef>
        <a:spcPct val="30000"/>
      </a:spcBef>
      <a:spcAft>
        <a:spcPct val="0"/>
      </a:spcAft>
      <a:defRPr sz="5700" kern="1200">
        <a:solidFill>
          <a:schemeClr val="tx1"/>
        </a:solidFill>
        <a:latin typeface="+mn-lt"/>
        <a:ea typeface="+mn-ea"/>
        <a:cs typeface="+mn-cs"/>
      </a:defRPr>
    </a:lvl3pPr>
    <a:lvl4pPr marL="6480175" algn="r" defTabSz="4319588" rtl="1" eaLnBrk="0" fontAlgn="base" hangingPunct="0">
      <a:spcBef>
        <a:spcPct val="30000"/>
      </a:spcBef>
      <a:spcAft>
        <a:spcPct val="0"/>
      </a:spcAft>
      <a:defRPr sz="5700" kern="1200">
        <a:solidFill>
          <a:schemeClr val="tx1"/>
        </a:solidFill>
        <a:latin typeface="+mn-lt"/>
        <a:ea typeface="+mn-ea"/>
        <a:cs typeface="+mn-cs"/>
      </a:defRPr>
    </a:lvl4pPr>
    <a:lvl5pPr marL="8640763" algn="r" defTabSz="4319588" rtl="1" eaLnBrk="0" fontAlgn="base" hangingPunct="0">
      <a:spcBef>
        <a:spcPct val="30000"/>
      </a:spcBef>
      <a:spcAft>
        <a:spcPct val="0"/>
      </a:spcAft>
      <a:defRPr sz="5700" kern="1200">
        <a:solidFill>
          <a:schemeClr val="tx1"/>
        </a:solidFill>
        <a:latin typeface="+mn-lt"/>
        <a:ea typeface="+mn-ea"/>
        <a:cs typeface="+mn-cs"/>
      </a:defRPr>
    </a:lvl5pPr>
    <a:lvl6pPr marL="10801350" algn="r" defTabSz="4320540" rtl="1" eaLnBrk="1" latinLnBrk="0" hangingPunct="1">
      <a:defRPr sz="5700" kern="1200">
        <a:solidFill>
          <a:schemeClr val="tx1"/>
        </a:solidFill>
        <a:latin typeface="+mn-lt"/>
        <a:ea typeface="+mn-ea"/>
        <a:cs typeface="+mn-cs"/>
      </a:defRPr>
    </a:lvl6pPr>
    <a:lvl7pPr marL="12961620" algn="r" defTabSz="4320540" rtl="1" eaLnBrk="1" latinLnBrk="0" hangingPunct="1">
      <a:defRPr sz="5700" kern="1200">
        <a:solidFill>
          <a:schemeClr val="tx1"/>
        </a:solidFill>
        <a:latin typeface="+mn-lt"/>
        <a:ea typeface="+mn-ea"/>
        <a:cs typeface="+mn-cs"/>
      </a:defRPr>
    </a:lvl7pPr>
    <a:lvl8pPr marL="15121890" algn="r" defTabSz="4320540" rtl="1" eaLnBrk="1" latinLnBrk="0" hangingPunct="1">
      <a:defRPr sz="5700" kern="1200">
        <a:solidFill>
          <a:schemeClr val="tx1"/>
        </a:solidFill>
        <a:latin typeface="+mn-lt"/>
        <a:ea typeface="+mn-ea"/>
        <a:cs typeface="+mn-cs"/>
      </a:defRPr>
    </a:lvl8pPr>
    <a:lvl9pPr marL="17282160" algn="r" defTabSz="4320540" rtl="1" eaLnBrk="1" latinLnBrk="0" hangingPunct="1">
      <a:defRPr sz="57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מציין מיקום של תמונת שקופית 1">
            <a:extLst>
              <a:ext uri="{FF2B5EF4-FFF2-40B4-BE49-F238E27FC236}">
                <a16:creationId xmlns:a16="http://schemas.microsoft.com/office/drawing/2014/main" id="{8787F0E2-BDCF-4BEC-4BBE-5D3D69DC90ED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IL"/>
          </a:p>
        </p:txBody>
      </p:sp>
      <p:sp>
        <p:nvSpPr>
          <p:cNvPr id="15363" name="מציין מיקום של הערות 2">
            <a:extLst>
              <a:ext uri="{FF2B5EF4-FFF2-40B4-BE49-F238E27FC236}">
                <a16:creationId xmlns:a16="http://schemas.microsoft.com/office/drawing/2014/main" id="{38897583-C133-D537-88F8-7EB09FEFB10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he-IL" altLang="he-IL" dirty="0"/>
          </a:p>
        </p:txBody>
      </p:sp>
      <p:sp>
        <p:nvSpPr>
          <p:cNvPr id="15364" name="מציין מיקום של מספר שקופית 3">
            <a:extLst>
              <a:ext uri="{FF2B5EF4-FFF2-40B4-BE49-F238E27FC236}">
                <a16:creationId xmlns:a16="http://schemas.microsoft.com/office/drawing/2014/main" id="{51145BE9-7056-27E4-7903-23CABAB0A4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r" rtl="1">
              <a:spcBef>
                <a:spcPct val="30000"/>
              </a:spcBef>
              <a:defRPr sz="5700"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algn="r" rtl="1">
              <a:spcBef>
                <a:spcPct val="30000"/>
              </a:spcBef>
              <a:defRPr sz="5700"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algn="r" rtl="1">
              <a:spcBef>
                <a:spcPct val="30000"/>
              </a:spcBef>
              <a:defRPr sz="5700"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algn="r" rtl="1">
              <a:spcBef>
                <a:spcPct val="30000"/>
              </a:spcBef>
              <a:defRPr sz="5700"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algn="r" rtl="1">
              <a:spcBef>
                <a:spcPct val="30000"/>
              </a:spcBef>
              <a:defRPr sz="5700"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algn="r" defTabSz="4319588" rtl="1" eaLnBrk="0" fontAlgn="base" hangingPunct="0">
              <a:spcBef>
                <a:spcPct val="30000"/>
              </a:spcBef>
              <a:spcAft>
                <a:spcPct val="0"/>
              </a:spcAft>
              <a:defRPr sz="5700"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algn="r" defTabSz="4319588" rtl="1" eaLnBrk="0" fontAlgn="base" hangingPunct="0">
              <a:spcBef>
                <a:spcPct val="30000"/>
              </a:spcBef>
              <a:spcAft>
                <a:spcPct val="0"/>
              </a:spcAft>
              <a:defRPr sz="5700"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algn="r" defTabSz="4319588" rtl="1" eaLnBrk="0" fontAlgn="base" hangingPunct="0">
              <a:spcBef>
                <a:spcPct val="30000"/>
              </a:spcBef>
              <a:spcAft>
                <a:spcPct val="0"/>
              </a:spcAft>
              <a:defRPr sz="5700"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algn="r" defTabSz="4319588" rtl="1" eaLnBrk="0" fontAlgn="base" hangingPunct="0">
              <a:spcBef>
                <a:spcPct val="30000"/>
              </a:spcBef>
              <a:spcAft>
                <a:spcPct val="0"/>
              </a:spcAft>
              <a:defRPr sz="5700"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algn="l">
              <a:spcBef>
                <a:spcPct val="0"/>
              </a:spcBef>
            </a:pPr>
            <a:fld id="{E87EBD30-EAB9-4B9A-BA4A-6BA3390DBE6B}" type="slidenum">
              <a:rPr lang="he-IL" altLang="he-IL" sz="1200" smtClean="0"/>
              <a:pPr algn="l">
                <a:spcBef>
                  <a:spcPct val="0"/>
                </a:spcBef>
              </a:pPr>
              <a:t>1</a:t>
            </a:fld>
            <a:endParaRPr lang="he-IL" altLang="he-IL" sz="120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64461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1620203" y="1730219"/>
            <a:ext cx="29163645" cy="7200900"/>
          </a:xfrm>
          <a:prstGeom prst="rect">
            <a:avLst/>
          </a:prstGeo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1620203" y="10081263"/>
            <a:ext cx="29163645" cy="2851356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9F0FEDBB-C8F6-42E4-F66F-93FDC6A2F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3223538" y="40044688"/>
            <a:ext cx="7559675" cy="2300287"/>
          </a:xfrm>
          <a:prstGeom prst="rect">
            <a:avLst/>
          </a:prstGeom>
        </p:spPr>
        <p:txBody>
          <a:bodyPr/>
          <a:lstStyle>
            <a:lvl1pPr algn="r" defTabSz="4320540" rtl="1"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fld id="{68CE9EEE-6AB5-45AD-9FB2-02BB5B08798B}" type="datetimeFigureOut">
              <a:rPr lang="he-IL"/>
              <a:pPr>
                <a:defRPr/>
              </a:pPr>
              <a:t>כ'.סיון.תשפ"ו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DA649503-D1FA-48F4-F5ED-5AA6D061C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071225" y="40044688"/>
            <a:ext cx="10261600" cy="2300287"/>
          </a:xfrm>
          <a:prstGeom prst="rect">
            <a:avLst/>
          </a:prstGeom>
        </p:spPr>
        <p:txBody>
          <a:bodyPr/>
          <a:lstStyle>
            <a:lvl1pPr algn="r" defTabSz="4320540" rtl="1"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D78A0DC1-D689-E89C-A19B-736431E9B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620838" y="40044688"/>
            <a:ext cx="7559675" cy="230028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rtl="1" eaLnBrk="1" hangingPunct="1">
              <a:defRPr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A8A12231-A109-4469-97F8-435614A62958}" type="slidenum">
              <a:rPr lang="he-IL" altLang="he-IL"/>
              <a:pPr>
                <a:defRPr/>
              </a:pPr>
              <a:t>‹#›</a:t>
            </a:fld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637274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2559696" y="27763473"/>
            <a:ext cx="27543443" cy="8581073"/>
          </a:xfrm>
          <a:prstGeom prst="rect">
            <a:avLst/>
          </a:prstGeom>
        </p:spPr>
        <p:txBody>
          <a:bodyPr anchor="t"/>
          <a:lstStyle>
            <a:lvl1pPr algn="r">
              <a:defRPr sz="18900" b="1" cap="all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2559696" y="18312295"/>
            <a:ext cx="27543443" cy="945117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9500">
                <a:solidFill>
                  <a:schemeClr val="tx1">
                    <a:tint val="75000"/>
                  </a:schemeClr>
                </a:solidFill>
              </a:defRPr>
            </a:lvl1pPr>
            <a:lvl2pPr marL="2160270" indent="0">
              <a:buNone/>
              <a:defRPr sz="8500">
                <a:solidFill>
                  <a:schemeClr val="tx1">
                    <a:tint val="75000"/>
                  </a:schemeClr>
                </a:solidFill>
              </a:defRPr>
            </a:lvl2pPr>
            <a:lvl3pPr marL="4320540" indent="0">
              <a:buNone/>
              <a:defRPr sz="7600">
                <a:solidFill>
                  <a:schemeClr val="tx1">
                    <a:tint val="75000"/>
                  </a:schemeClr>
                </a:solidFill>
              </a:defRPr>
            </a:lvl3pPr>
            <a:lvl4pPr marL="6480810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8641080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10801350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2961620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5121890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7282160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3ACB5305-3D4A-51E2-529C-F1486CF027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3223538" y="40044688"/>
            <a:ext cx="7559675" cy="2300287"/>
          </a:xfrm>
          <a:prstGeom prst="rect">
            <a:avLst/>
          </a:prstGeom>
        </p:spPr>
        <p:txBody>
          <a:bodyPr/>
          <a:lstStyle>
            <a:lvl1pPr algn="r" defTabSz="4320540" rtl="1"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fld id="{F0223FEA-D0D4-4859-AA8A-E2A4EFDE6830}" type="datetimeFigureOut">
              <a:rPr lang="he-IL"/>
              <a:pPr>
                <a:defRPr/>
              </a:pPr>
              <a:t>כ'.סיון.תשפ"ו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8DA39721-D078-3F4D-BA85-E802D8D1E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071225" y="40044688"/>
            <a:ext cx="10261600" cy="2300287"/>
          </a:xfrm>
          <a:prstGeom prst="rect">
            <a:avLst/>
          </a:prstGeom>
        </p:spPr>
        <p:txBody>
          <a:bodyPr/>
          <a:lstStyle>
            <a:lvl1pPr algn="r" defTabSz="4320540" rtl="1"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2580AC5C-22A9-855F-ED50-5CEE0401C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620838" y="40044688"/>
            <a:ext cx="7559675" cy="230028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rtl="1" eaLnBrk="1" hangingPunct="1">
              <a:defRPr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9C14FCD-94FB-440C-B541-A5AE4DADB4BC}" type="slidenum">
              <a:rPr lang="he-IL" altLang="he-IL"/>
              <a:pPr>
                <a:defRPr/>
              </a:pPr>
              <a:t>‹#›</a:t>
            </a:fld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4185131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1620203" y="1730219"/>
            <a:ext cx="29163645" cy="7200900"/>
          </a:xfrm>
          <a:prstGeom prst="rect">
            <a:avLst/>
          </a:prstGeo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/>
          <p:cNvSpPr>
            <a:spLocks noGrp="1"/>
          </p:cNvSpPr>
          <p:nvPr>
            <p:ph sz="half" idx="1"/>
          </p:nvPr>
        </p:nvSpPr>
        <p:spPr>
          <a:xfrm>
            <a:off x="5743846" y="63507940"/>
            <a:ext cx="51402048" cy="179642453"/>
          </a:xfrm>
          <a:prstGeom prst="rect">
            <a:avLst/>
          </a:prstGeom>
        </p:spPr>
        <p:txBody>
          <a:bodyPr/>
          <a:lstStyle>
            <a:lvl1pPr>
              <a:defRPr sz="13200"/>
            </a:lvl1pPr>
            <a:lvl2pPr>
              <a:defRPr sz="11300"/>
            </a:lvl2pPr>
            <a:lvl3pPr>
              <a:defRPr sz="9500"/>
            </a:lvl3pPr>
            <a:lvl4pPr>
              <a:defRPr sz="8500"/>
            </a:lvl4pPr>
            <a:lvl5pPr>
              <a:defRPr sz="8500"/>
            </a:lvl5pPr>
            <a:lvl6pPr>
              <a:defRPr sz="8500"/>
            </a:lvl6pPr>
            <a:lvl7pPr>
              <a:defRPr sz="8500"/>
            </a:lvl7pPr>
            <a:lvl8pPr>
              <a:defRPr sz="8500"/>
            </a:lvl8pPr>
            <a:lvl9pPr>
              <a:defRPr sz="85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57685960" y="63507940"/>
            <a:ext cx="51402051" cy="179642453"/>
          </a:xfrm>
          <a:prstGeom prst="rect">
            <a:avLst/>
          </a:prstGeom>
        </p:spPr>
        <p:txBody>
          <a:bodyPr/>
          <a:lstStyle>
            <a:lvl1pPr>
              <a:defRPr sz="13200"/>
            </a:lvl1pPr>
            <a:lvl2pPr>
              <a:defRPr sz="11300"/>
            </a:lvl2pPr>
            <a:lvl3pPr>
              <a:defRPr sz="9500"/>
            </a:lvl3pPr>
            <a:lvl4pPr>
              <a:defRPr sz="8500"/>
            </a:lvl4pPr>
            <a:lvl5pPr>
              <a:defRPr sz="8500"/>
            </a:lvl5pPr>
            <a:lvl6pPr>
              <a:defRPr sz="8500"/>
            </a:lvl6pPr>
            <a:lvl7pPr>
              <a:defRPr sz="8500"/>
            </a:lvl7pPr>
            <a:lvl8pPr>
              <a:defRPr sz="8500"/>
            </a:lvl8pPr>
            <a:lvl9pPr>
              <a:defRPr sz="85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B295C321-5736-9B3A-20F6-108071AE9C7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3223538" y="40044688"/>
            <a:ext cx="7559675" cy="2300287"/>
          </a:xfrm>
          <a:prstGeom prst="rect">
            <a:avLst/>
          </a:prstGeom>
        </p:spPr>
        <p:txBody>
          <a:bodyPr/>
          <a:lstStyle>
            <a:lvl1pPr algn="r" defTabSz="4320540" rtl="1"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fld id="{058C302A-08B9-4825-9654-B73B34953AE7}" type="datetimeFigureOut">
              <a:rPr lang="he-IL"/>
              <a:pPr>
                <a:defRPr/>
              </a:pPr>
              <a:t>כ'.סיון.תשפ"ו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18F5B535-50D6-CE43-01F5-3407CA76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071225" y="40044688"/>
            <a:ext cx="10261600" cy="2300287"/>
          </a:xfrm>
          <a:prstGeom prst="rect">
            <a:avLst/>
          </a:prstGeom>
        </p:spPr>
        <p:txBody>
          <a:bodyPr/>
          <a:lstStyle>
            <a:lvl1pPr algn="r" defTabSz="4320540" rtl="1"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0157703F-DC3B-41E3-B625-D7B85256B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620838" y="40044688"/>
            <a:ext cx="7559675" cy="230028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rtl="1" eaLnBrk="1" hangingPunct="1">
              <a:defRPr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5495EC9-8999-4217-A4B7-9DC4794C59D7}" type="slidenum">
              <a:rPr lang="he-IL" altLang="he-IL"/>
              <a:pPr>
                <a:defRPr/>
              </a:pPr>
              <a:t>‹#›</a:t>
            </a:fld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39943751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1620203" y="1730219"/>
            <a:ext cx="29163645" cy="72009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1620203" y="9671212"/>
            <a:ext cx="14317416" cy="403050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1300" b="1"/>
            </a:lvl1pPr>
            <a:lvl2pPr marL="2160270" indent="0">
              <a:buNone/>
              <a:defRPr sz="9500" b="1"/>
            </a:lvl2pPr>
            <a:lvl3pPr marL="4320540" indent="0">
              <a:buNone/>
              <a:defRPr sz="8500" b="1"/>
            </a:lvl3pPr>
            <a:lvl4pPr marL="6480810" indent="0">
              <a:buNone/>
              <a:defRPr sz="7600" b="1"/>
            </a:lvl4pPr>
            <a:lvl5pPr marL="8641080" indent="0">
              <a:buNone/>
              <a:defRPr sz="7600" b="1"/>
            </a:lvl5pPr>
            <a:lvl6pPr marL="10801350" indent="0">
              <a:buNone/>
              <a:defRPr sz="7600" b="1"/>
            </a:lvl6pPr>
            <a:lvl7pPr marL="12961620" indent="0">
              <a:buNone/>
              <a:defRPr sz="7600" b="1"/>
            </a:lvl7pPr>
            <a:lvl8pPr marL="15121890" indent="0">
              <a:buNone/>
              <a:defRPr sz="7600" b="1"/>
            </a:lvl8pPr>
            <a:lvl9pPr marL="17282160" indent="0">
              <a:buNone/>
              <a:defRPr sz="7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1620203" y="13701713"/>
            <a:ext cx="14317416" cy="24893114"/>
          </a:xfrm>
          <a:prstGeom prst="rect">
            <a:avLst/>
          </a:prstGeom>
        </p:spPr>
        <p:txBody>
          <a:bodyPr/>
          <a:lstStyle>
            <a:lvl1pPr>
              <a:defRPr sz="11300"/>
            </a:lvl1pPr>
            <a:lvl2pPr>
              <a:defRPr sz="9500"/>
            </a:lvl2pPr>
            <a:lvl3pPr>
              <a:defRPr sz="8500"/>
            </a:lvl3pPr>
            <a:lvl4pPr>
              <a:defRPr sz="7600"/>
            </a:lvl4pPr>
            <a:lvl5pPr>
              <a:defRPr sz="7600"/>
            </a:lvl5pPr>
            <a:lvl6pPr>
              <a:defRPr sz="7600"/>
            </a:lvl6pPr>
            <a:lvl7pPr>
              <a:defRPr sz="7600"/>
            </a:lvl7pPr>
            <a:lvl8pPr>
              <a:defRPr sz="7600"/>
            </a:lvl8pPr>
            <a:lvl9pPr>
              <a:defRPr sz="76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/>
          <p:cNvSpPr>
            <a:spLocks noGrp="1"/>
          </p:cNvSpPr>
          <p:nvPr>
            <p:ph type="body" sz="quarter" idx="3"/>
          </p:nvPr>
        </p:nvSpPr>
        <p:spPr>
          <a:xfrm>
            <a:off x="16460809" y="9671212"/>
            <a:ext cx="14323040" cy="403050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1300" b="1"/>
            </a:lvl1pPr>
            <a:lvl2pPr marL="2160270" indent="0">
              <a:buNone/>
              <a:defRPr sz="9500" b="1"/>
            </a:lvl2pPr>
            <a:lvl3pPr marL="4320540" indent="0">
              <a:buNone/>
              <a:defRPr sz="8500" b="1"/>
            </a:lvl3pPr>
            <a:lvl4pPr marL="6480810" indent="0">
              <a:buNone/>
              <a:defRPr sz="7600" b="1"/>
            </a:lvl4pPr>
            <a:lvl5pPr marL="8641080" indent="0">
              <a:buNone/>
              <a:defRPr sz="7600" b="1"/>
            </a:lvl5pPr>
            <a:lvl6pPr marL="10801350" indent="0">
              <a:buNone/>
              <a:defRPr sz="7600" b="1"/>
            </a:lvl6pPr>
            <a:lvl7pPr marL="12961620" indent="0">
              <a:buNone/>
              <a:defRPr sz="7600" b="1"/>
            </a:lvl7pPr>
            <a:lvl8pPr marL="15121890" indent="0">
              <a:buNone/>
              <a:defRPr sz="7600" b="1"/>
            </a:lvl8pPr>
            <a:lvl9pPr marL="17282160" indent="0">
              <a:buNone/>
              <a:defRPr sz="7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/>
          <p:cNvSpPr>
            <a:spLocks noGrp="1"/>
          </p:cNvSpPr>
          <p:nvPr>
            <p:ph sz="quarter" idx="4"/>
          </p:nvPr>
        </p:nvSpPr>
        <p:spPr>
          <a:xfrm>
            <a:off x="16460809" y="13701713"/>
            <a:ext cx="14323040" cy="24893114"/>
          </a:xfrm>
          <a:prstGeom prst="rect">
            <a:avLst/>
          </a:prstGeom>
        </p:spPr>
        <p:txBody>
          <a:bodyPr/>
          <a:lstStyle>
            <a:lvl1pPr>
              <a:defRPr sz="11300"/>
            </a:lvl1pPr>
            <a:lvl2pPr>
              <a:defRPr sz="9500"/>
            </a:lvl2pPr>
            <a:lvl3pPr>
              <a:defRPr sz="8500"/>
            </a:lvl3pPr>
            <a:lvl4pPr>
              <a:defRPr sz="7600"/>
            </a:lvl4pPr>
            <a:lvl5pPr>
              <a:defRPr sz="7600"/>
            </a:lvl5pPr>
            <a:lvl6pPr>
              <a:defRPr sz="7600"/>
            </a:lvl6pPr>
            <a:lvl7pPr>
              <a:defRPr sz="7600"/>
            </a:lvl7pPr>
            <a:lvl8pPr>
              <a:defRPr sz="7600"/>
            </a:lvl8pPr>
            <a:lvl9pPr>
              <a:defRPr sz="76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FA634082-DD9B-A726-9BD1-C8F8DF9BE3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3223538" y="40044688"/>
            <a:ext cx="7559675" cy="2300287"/>
          </a:xfrm>
          <a:prstGeom prst="rect">
            <a:avLst/>
          </a:prstGeom>
        </p:spPr>
        <p:txBody>
          <a:bodyPr/>
          <a:lstStyle>
            <a:lvl1pPr algn="r" defTabSz="4320540" rtl="1"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fld id="{421A1918-2A6A-4839-98EA-0EBF0977D8DB}" type="datetimeFigureOut">
              <a:rPr lang="he-IL"/>
              <a:pPr>
                <a:defRPr/>
              </a:pPr>
              <a:t>כ'.סיון.תשפ"ו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3631EA81-F8AD-A730-0A50-23119BA88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071225" y="40044688"/>
            <a:ext cx="10261600" cy="2300287"/>
          </a:xfrm>
          <a:prstGeom prst="rect">
            <a:avLst/>
          </a:prstGeom>
        </p:spPr>
        <p:txBody>
          <a:bodyPr/>
          <a:lstStyle>
            <a:lvl1pPr algn="r" defTabSz="4320540" rtl="1"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4F82B6D9-EB34-C539-328C-494884C2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620838" y="40044688"/>
            <a:ext cx="7559675" cy="230028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rtl="1" eaLnBrk="1" hangingPunct="1">
              <a:defRPr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CBCBE21B-2B6C-4D11-AB2E-6AF6FB5AE2D7}" type="slidenum">
              <a:rPr lang="he-IL" altLang="he-IL"/>
              <a:pPr>
                <a:defRPr/>
              </a:pPr>
              <a:t>‹#›</a:t>
            </a:fld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3409934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1620203" y="1730219"/>
            <a:ext cx="29163645" cy="7200900"/>
          </a:xfrm>
          <a:prstGeom prst="rect">
            <a:avLst/>
          </a:prstGeo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66B67FCD-BB45-AC11-0654-6D2B255AD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3223538" y="40044688"/>
            <a:ext cx="7559675" cy="2300287"/>
          </a:xfrm>
          <a:prstGeom prst="rect">
            <a:avLst/>
          </a:prstGeom>
        </p:spPr>
        <p:txBody>
          <a:bodyPr/>
          <a:lstStyle>
            <a:lvl1pPr algn="r" defTabSz="4320540" rtl="1"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fld id="{25E352A1-907E-4DF5-89D4-707D0AA8EA97}" type="datetimeFigureOut">
              <a:rPr lang="he-IL"/>
              <a:pPr>
                <a:defRPr/>
              </a:pPr>
              <a:t>כ'.סיון.תשפ"ו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68044744-4F40-C962-7883-E2FFB7F8A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071225" y="40044688"/>
            <a:ext cx="10261600" cy="2300287"/>
          </a:xfrm>
          <a:prstGeom prst="rect">
            <a:avLst/>
          </a:prstGeom>
        </p:spPr>
        <p:txBody>
          <a:bodyPr/>
          <a:lstStyle>
            <a:lvl1pPr algn="r" defTabSz="4320540" rtl="1"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5D207B73-E429-8F61-F30D-DB6F7236C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620838" y="40044688"/>
            <a:ext cx="7559675" cy="230028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rtl="1" eaLnBrk="1" hangingPunct="1">
              <a:defRPr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264D37E-92A3-40D6-9467-8097877C1458}" type="slidenum">
              <a:rPr lang="he-IL" altLang="he-IL"/>
              <a:pPr>
                <a:defRPr/>
              </a:pPr>
              <a:t>‹#›</a:t>
            </a:fld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573395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8BBC5082-AF5F-FFAE-1919-C72612FF68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3223538" y="40044688"/>
            <a:ext cx="7559675" cy="2300287"/>
          </a:xfrm>
          <a:prstGeom prst="rect">
            <a:avLst/>
          </a:prstGeom>
        </p:spPr>
        <p:txBody>
          <a:bodyPr/>
          <a:lstStyle>
            <a:lvl1pPr algn="r" defTabSz="4320540" rtl="1"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fld id="{5683FB42-B98B-4F15-AF70-E60A1DCFD56F}" type="datetimeFigureOut">
              <a:rPr lang="he-IL"/>
              <a:pPr>
                <a:defRPr/>
              </a:pPr>
              <a:t>כ'.סיון.תשפ"ו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03C98F9A-C5FA-3C78-F2A2-58EACBC0A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071225" y="40044688"/>
            <a:ext cx="10261600" cy="2300287"/>
          </a:xfrm>
          <a:prstGeom prst="rect">
            <a:avLst/>
          </a:prstGeom>
        </p:spPr>
        <p:txBody>
          <a:bodyPr/>
          <a:lstStyle>
            <a:lvl1pPr algn="r" defTabSz="4320540" rtl="1"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CEF5914B-C953-D217-0F8E-6CBF7D5C7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620838" y="40044688"/>
            <a:ext cx="7559675" cy="230028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rtl="1" eaLnBrk="1" hangingPunct="1">
              <a:defRPr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D0E7FD5C-B32F-4823-ADCB-59DD5FE8D898}" type="slidenum">
              <a:rPr lang="he-IL" altLang="he-IL"/>
              <a:pPr>
                <a:defRPr/>
              </a:pPr>
              <a:t>‹#›</a:t>
            </a:fld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4033818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1620204" y="1720215"/>
            <a:ext cx="10660709" cy="7320915"/>
          </a:xfrm>
          <a:prstGeom prst="rect">
            <a:avLst/>
          </a:prstGeom>
        </p:spPr>
        <p:txBody>
          <a:bodyPr anchor="b"/>
          <a:lstStyle>
            <a:lvl1pPr algn="r">
              <a:defRPr sz="9500" b="1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12669083" y="1720218"/>
            <a:ext cx="18114764" cy="36874612"/>
          </a:xfrm>
          <a:prstGeom prst="rect">
            <a:avLst/>
          </a:prstGeom>
        </p:spPr>
        <p:txBody>
          <a:bodyPr/>
          <a:lstStyle>
            <a:lvl1pPr>
              <a:defRPr sz="15100"/>
            </a:lvl1pPr>
            <a:lvl2pPr>
              <a:defRPr sz="13200"/>
            </a:lvl2pPr>
            <a:lvl3pPr>
              <a:defRPr sz="11300"/>
            </a:lvl3pPr>
            <a:lvl4pPr>
              <a:defRPr sz="9500"/>
            </a:lvl4pPr>
            <a:lvl5pPr>
              <a:defRPr sz="9500"/>
            </a:lvl5pPr>
            <a:lvl6pPr>
              <a:defRPr sz="9500"/>
            </a:lvl6pPr>
            <a:lvl7pPr>
              <a:defRPr sz="9500"/>
            </a:lvl7pPr>
            <a:lvl8pPr>
              <a:defRPr sz="9500"/>
            </a:lvl8pPr>
            <a:lvl9pPr>
              <a:defRPr sz="95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1620204" y="9041133"/>
            <a:ext cx="10660709" cy="295536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600"/>
            </a:lvl1pPr>
            <a:lvl2pPr marL="2160270" indent="0">
              <a:buNone/>
              <a:defRPr sz="5700"/>
            </a:lvl2pPr>
            <a:lvl3pPr marL="4320540" indent="0">
              <a:buNone/>
              <a:defRPr sz="4700"/>
            </a:lvl3pPr>
            <a:lvl4pPr marL="6480810" indent="0">
              <a:buNone/>
              <a:defRPr sz="4300"/>
            </a:lvl4pPr>
            <a:lvl5pPr marL="8641080" indent="0">
              <a:buNone/>
              <a:defRPr sz="4300"/>
            </a:lvl5pPr>
            <a:lvl6pPr marL="10801350" indent="0">
              <a:buNone/>
              <a:defRPr sz="4300"/>
            </a:lvl6pPr>
            <a:lvl7pPr marL="12961620" indent="0">
              <a:buNone/>
              <a:defRPr sz="4300"/>
            </a:lvl7pPr>
            <a:lvl8pPr marL="15121890" indent="0">
              <a:buNone/>
              <a:defRPr sz="4300"/>
            </a:lvl8pPr>
            <a:lvl9pPr marL="17282160" indent="0">
              <a:buNone/>
              <a:defRPr sz="43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58EF6A2C-5CAC-1FE0-F52F-8225D9F64C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3223538" y="40044688"/>
            <a:ext cx="7559675" cy="2300287"/>
          </a:xfrm>
          <a:prstGeom prst="rect">
            <a:avLst/>
          </a:prstGeom>
        </p:spPr>
        <p:txBody>
          <a:bodyPr/>
          <a:lstStyle>
            <a:lvl1pPr algn="r" defTabSz="4320540" rtl="1"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fld id="{D5C35976-970E-4CA3-BFD9-EE7A59D01FEC}" type="datetimeFigureOut">
              <a:rPr lang="he-IL"/>
              <a:pPr>
                <a:defRPr/>
              </a:pPr>
              <a:t>כ'.סיון.תשפ"ו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0AA95B7F-6AC8-86B3-EF2F-4DB1D4C33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071225" y="40044688"/>
            <a:ext cx="10261600" cy="2300287"/>
          </a:xfrm>
          <a:prstGeom prst="rect">
            <a:avLst/>
          </a:prstGeom>
        </p:spPr>
        <p:txBody>
          <a:bodyPr/>
          <a:lstStyle>
            <a:lvl1pPr algn="r" defTabSz="4320540" rtl="1"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C86B0D65-49E4-52CE-67F5-5C8414933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620838" y="40044688"/>
            <a:ext cx="7559675" cy="230028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rtl="1" eaLnBrk="1" hangingPunct="1">
              <a:defRPr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C965446-4229-4EA8-9B22-8F7C60A504CC}" type="slidenum">
              <a:rPr lang="he-IL" altLang="he-IL"/>
              <a:pPr>
                <a:defRPr/>
              </a:pPr>
              <a:t>‹#›</a:t>
            </a:fld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5234736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6351421" y="30243780"/>
            <a:ext cx="19442430" cy="3570449"/>
          </a:xfrm>
          <a:prstGeom prst="rect">
            <a:avLst/>
          </a:prstGeom>
        </p:spPr>
        <p:txBody>
          <a:bodyPr anchor="b"/>
          <a:lstStyle>
            <a:lvl1pPr algn="r">
              <a:defRPr sz="9500" b="1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/>
          <p:cNvSpPr>
            <a:spLocks noGrp="1"/>
          </p:cNvSpPr>
          <p:nvPr>
            <p:ph type="pic" idx="1"/>
          </p:nvPr>
        </p:nvSpPr>
        <p:spPr>
          <a:xfrm>
            <a:off x="6351421" y="3860483"/>
            <a:ext cx="19442430" cy="2592324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100"/>
            </a:lvl1pPr>
            <a:lvl2pPr marL="2160270" indent="0">
              <a:buNone/>
              <a:defRPr sz="13200"/>
            </a:lvl2pPr>
            <a:lvl3pPr marL="4320540" indent="0">
              <a:buNone/>
              <a:defRPr sz="11300"/>
            </a:lvl3pPr>
            <a:lvl4pPr marL="6480810" indent="0">
              <a:buNone/>
              <a:defRPr sz="9500"/>
            </a:lvl4pPr>
            <a:lvl5pPr marL="8641080" indent="0">
              <a:buNone/>
              <a:defRPr sz="9500"/>
            </a:lvl5pPr>
            <a:lvl6pPr marL="10801350" indent="0">
              <a:buNone/>
              <a:defRPr sz="9500"/>
            </a:lvl6pPr>
            <a:lvl7pPr marL="12961620" indent="0">
              <a:buNone/>
              <a:defRPr sz="9500"/>
            </a:lvl7pPr>
            <a:lvl8pPr marL="15121890" indent="0">
              <a:buNone/>
              <a:defRPr sz="9500"/>
            </a:lvl8pPr>
            <a:lvl9pPr marL="17282160" indent="0">
              <a:buNone/>
              <a:defRPr sz="9500"/>
            </a:lvl9pPr>
          </a:lstStyle>
          <a:p>
            <a:pPr lvl="0"/>
            <a:endParaRPr lang="he-IL" noProof="0"/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6351421" y="33814229"/>
            <a:ext cx="19442430" cy="50706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600"/>
            </a:lvl1pPr>
            <a:lvl2pPr marL="2160270" indent="0">
              <a:buNone/>
              <a:defRPr sz="5700"/>
            </a:lvl2pPr>
            <a:lvl3pPr marL="4320540" indent="0">
              <a:buNone/>
              <a:defRPr sz="4700"/>
            </a:lvl3pPr>
            <a:lvl4pPr marL="6480810" indent="0">
              <a:buNone/>
              <a:defRPr sz="4300"/>
            </a:lvl4pPr>
            <a:lvl5pPr marL="8641080" indent="0">
              <a:buNone/>
              <a:defRPr sz="4300"/>
            </a:lvl5pPr>
            <a:lvl6pPr marL="10801350" indent="0">
              <a:buNone/>
              <a:defRPr sz="4300"/>
            </a:lvl6pPr>
            <a:lvl7pPr marL="12961620" indent="0">
              <a:buNone/>
              <a:defRPr sz="4300"/>
            </a:lvl7pPr>
            <a:lvl8pPr marL="15121890" indent="0">
              <a:buNone/>
              <a:defRPr sz="4300"/>
            </a:lvl8pPr>
            <a:lvl9pPr marL="17282160" indent="0">
              <a:buNone/>
              <a:defRPr sz="43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F641CAC8-4ED5-983F-FCE1-5C192B18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3223538" y="40044688"/>
            <a:ext cx="7559675" cy="2300287"/>
          </a:xfrm>
          <a:prstGeom prst="rect">
            <a:avLst/>
          </a:prstGeom>
        </p:spPr>
        <p:txBody>
          <a:bodyPr/>
          <a:lstStyle>
            <a:lvl1pPr algn="r" defTabSz="4320540" rtl="1"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fld id="{46AFD69E-0FE1-4124-80E3-40F9D34C6CE2}" type="datetimeFigureOut">
              <a:rPr lang="he-IL"/>
              <a:pPr>
                <a:defRPr/>
              </a:pPr>
              <a:t>כ'.סיון.תשפ"ו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A58C393A-BAC2-1A7E-2CAD-ADC2B1040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071225" y="40044688"/>
            <a:ext cx="10261600" cy="2300287"/>
          </a:xfrm>
          <a:prstGeom prst="rect">
            <a:avLst/>
          </a:prstGeom>
        </p:spPr>
        <p:txBody>
          <a:bodyPr/>
          <a:lstStyle>
            <a:lvl1pPr algn="r" defTabSz="4320540" rtl="1"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ADDDBE70-4FDC-DC9E-2390-187FDBD9A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620838" y="40044688"/>
            <a:ext cx="7559675" cy="230028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rtl="1" eaLnBrk="1" hangingPunct="1">
              <a:defRPr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42551AAC-806D-4901-ADBE-F6AF4E5779BF}" type="slidenum">
              <a:rPr lang="he-IL" altLang="he-IL"/>
              <a:pPr>
                <a:defRPr/>
              </a:pPr>
              <a:t>‹#›</a:t>
            </a:fld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2216338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1620203" y="1730219"/>
            <a:ext cx="29163645" cy="7200900"/>
          </a:xfrm>
          <a:prstGeom prst="rect">
            <a:avLst/>
          </a:prstGeo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>
          <a:xfrm>
            <a:off x="1620203" y="10081263"/>
            <a:ext cx="29163645" cy="28513567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E2B9587F-7629-EBFB-ED1B-6E8D5BA847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3223538" y="40044688"/>
            <a:ext cx="7559675" cy="2300287"/>
          </a:xfrm>
          <a:prstGeom prst="rect">
            <a:avLst/>
          </a:prstGeom>
        </p:spPr>
        <p:txBody>
          <a:bodyPr/>
          <a:lstStyle>
            <a:lvl1pPr algn="r" defTabSz="4320540" rtl="1"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fld id="{C7AB82E0-787E-43E2-BD7F-426675C2181F}" type="datetimeFigureOut">
              <a:rPr lang="he-IL"/>
              <a:pPr>
                <a:defRPr/>
              </a:pPr>
              <a:t>כ'.סיון.תשפ"ו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A6357D10-E57E-72AD-3905-0EF7140D5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071225" y="40044688"/>
            <a:ext cx="10261600" cy="2300287"/>
          </a:xfrm>
          <a:prstGeom prst="rect">
            <a:avLst/>
          </a:prstGeom>
        </p:spPr>
        <p:txBody>
          <a:bodyPr/>
          <a:lstStyle>
            <a:lvl1pPr algn="r" defTabSz="4320540" rtl="1"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60FDF1EB-3FD1-48C5-6964-4702BC61B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620838" y="40044688"/>
            <a:ext cx="7559675" cy="230028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rtl="1" eaLnBrk="1" hangingPunct="1">
              <a:defRPr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A5C9FEA2-3C52-4520-8496-639D7CC35BD1}" type="slidenum">
              <a:rPr lang="he-IL" altLang="he-IL"/>
              <a:pPr>
                <a:defRPr/>
              </a:pPr>
              <a:t>‹#›</a:t>
            </a:fld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383929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/>
          <p:cNvSpPr>
            <a:spLocks noGrp="1"/>
          </p:cNvSpPr>
          <p:nvPr>
            <p:ph type="title" orient="vert"/>
          </p:nvPr>
        </p:nvSpPr>
        <p:spPr>
          <a:xfrm>
            <a:off x="83254782" y="10901365"/>
            <a:ext cx="25833229" cy="232249028"/>
          </a:xfrm>
          <a:prstGeom prst="rect">
            <a:avLst/>
          </a:prstGeo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>
          <a:xfrm>
            <a:off x="5743847" y="10901365"/>
            <a:ext cx="76970870" cy="23224902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784D4C18-12A5-D7C1-7E82-2630E4B94C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3223538" y="40044688"/>
            <a:ext cx="7559675" cy="2300287"/>
          </a:xfrm>
          <a:prstGeom prst="rect">
            <a:avLst/>
          </a:prstGeom>
        </p:spPr>
        <p:txBody>
          <a:bodyPr/>
          <a:lstStyle>
            <a:lvl1pPr algn="r" defTabSz="4320540" rtl="1"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fld id="{0C393ED9-2E3E-4405-B19D-C0FAC804C521}" type="datetimeFigureOut">
              <a:rPr lang="he-IL"/>
              <a:pPr>
                <a:defRPr/>
              </a:pPr>
              <a:t>כ'.סיון.תשפ"ו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36BBA733-6B86-B644-4361-87A51B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071225" y="40044688"/>
            <a:ext cx="10261600" cy="2300287"/>
          </a:xfrm>
          <a:prstGeom prst="rect">
            <a:avLst/>
          </a:prstGeom>
        </p:spPr>
        <p:txBody>
          <a:bodyPr/>
          <a:lstStyle>
            <a:lvl1pPr algn="r" defTabSz="4320540" rtl="1"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FC0D585C-A3EA-05A6-C2F9-C125FDA1D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620838" y="40044688"/>
            <a:ext cx="7559675" cy="230028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rtl="1" eaLnBrk="1" hangingPunct="1">
              <a:defRPr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8FBA5E06-9577-4D8C-9A00-0B6B078439FD}" type="slidenum">
              <a:rPr lang="he-IL" altLang="he-IL"/>
              <a:pPr>
                <a:defRPr/>
              </a:pPr>
              <a:t>‹#›</a:t>
            </a:fld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35506047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מלבן 9">
            <a:extLst>
              <a:ext uri="{FF2B5EF4-FFF2-40B4-BE49-F238E27FC236}">
                <a16:creationId xmlns:a16="http://schemas.microsoft.com/office/drawing/2014/main" id="{CE1790A6-50DB-F538-88D4-587D38680000}"/>
              </a:ext>
            </a:extLst>
          </p:cNvPr>
          <p:cNvSpPr>
            <a:spLocks/>
          </p:cNvSpPr>
          <p:nvPr userDrawn="1"/>
        </p:nvSpPr>
        <p:spPr>
          <a:xfrm>
            <a:off x="0" y="-42863"/>
            <a:ext cx="32404050" cy="6480176"/>
          </a:xfrm>
          <a:prstGeom prst="rect">
            <a:avLst/>
          </a:prstGeom>
          <a:solidFill>
            <a:srgbClr val="FFF5E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defTabSz="4320540" rtl="1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he-IL"/>
          </a:p>
        </p:txBody>
      </p:sp>
      <p:pic>
        <p:nvPicPr>
          <p:cNvPr id="1027" name="Picture 2" descr="C:\Documents and Settings\adam\Desktop\Ben Gurion Logo.jpg">
            <a:extLst>
              <a:ext uri="{FF2B5EF4-FFF2-40B4-BE49-F238E27FC236}">
                <a16:creationId xmlns:a16="http://schemas.microsoft.com/office/drawing/2014/main" id="{2D370979-3C3B-361A-B5D2-AFCE761AC1F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938" y="0"/>
            <a:ext cx="21601112" cy="296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80" r:id="rId1"/>
    <p:sldLayoutId id="2147483881" r:id="rId2"/>
    <p:sldLayoutId id="2147483882" r:id="rId3"/>
    <p:sldLayoutId id="2147483883" r:id="rId4"/>
    <p:sldLayoutId id="2147483884" r:id="rId5"/>
    <p:sldLayoutId id="2147483885" r:id="rId6"/>
    <p:sldLayoutId id="2147483886" r:id="rId7"/>
    <p:sldLayoutId id="2147483887" r:id="rId8"/>
    <p:sldLayoutId id="2147483888" r:id="rId9"/>
    <p:sldLayoutId id="2147483889" r:id="rId10"/>
    <p:sldLayoutId id="2147483890" r:id="rId11"/>
  </p:sldLayoutIdLst>
  <p:txStyles>
    <p:titleStyle>
      <a:lvl1pPr algn="ctr" defTabSz="4319588" rtl="1" eaLnBrk="0" fontAlgn="base" hangingPunct="0">
        <a:spcBef>
          <a:spcPct val="0"/>
        </a:spcBef>
        <a:spcAft>
          <a:spcPct val="0"/>
        </a:spcAft>
        <a:defRPr sz="208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319588" rtl="1" eaLnBrk="0" fontAlgn="base" hangingPunct="0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itchFamily="34" charset="0"/>
          <a:cs typeface="Times New Roman" pitchFamily="18" charset="0"/>
        </a:defRPr>
      </a:lvl2pPr>
      <a:lvl3pPr algn="ctr" defTabSz="4319588" rtl="1" eaLnBrk="0" fontAlgn="base" hangingPunct="0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itchFamily="34" charset="0"/>
          <a:cs typeface="Times New Roman" pitchFamily="18" charset="0"/>
        </a:defRPr>
      </a:lvl3pPr>
      <a:lvl4pPr algn="ctr" defTabSz="4319588" rtl="1" eaLnBrk="0" fontAlgn="base" hangingPunct="0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itchFamily="34" charset="0"/>
          <a:cs typeface="Times New Roman" pitchFamily="18" charset="0"/>
        </a:defRPr>
      </a:lvl4pPr>
      <a:lvl5pPr algn="ctr" defTabSz="4319588" rtl="1" eaLnBrk="0" fontAlgn="base" hangingPunct="0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itchFamily="34" charset="0"/>
          <a:cs typeface="Times New Roman" pitchFamily="18" charset="0"/>
        </a:defRPr>
      </a:lvl5pPr>
      <a:lvl6pPr marL="457200" algn="ctr" defTabSz="4319588" rtl="1" fontAlgn="base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itchFamily="34" charset="0"/>
          <a:cs typeface="Times New Roman" pitchFamily="18" charset="0"/>
        </a:defRPr>
      </a:lvl6pPr>
      <a:lvl7pPr marL="914400" algn="ctr" defTabSz="4319588" rtl="1" fontAlgn="base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itchFamily="34" charset="0"/>
          <a:cs typeface="Times New Roman" pitchFamily="18" charset="0"/>
        </a:defRPr>
      </a:lvl7pPr>
      <a:lvl8pPr marL="1371600" algn="ctr" defTabSz="4319588" rtl="1" fontAlgn="base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itchFamily="34" charset="0"/>
          <a:cs typeface="Times New Roman" pitchFamily="18" charset="0"/>
        </a:defRPr>
      </a:lvl8pPr>
      <a:lvl9pPr marL="1828800" algn="ctr" defTabSz="4319588" rtl="1" fontAlgn="base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itchFamily="34" charset="0"/>
          <a:cs typeface="Times New Roman" pitchFamily="18" charset="0"/>
        </a:defRPr>
      </a:lvl9pPr>
    </p:titleStyle>
    <p:bodyStyle>
      <a:lvl1pPr marL="1619250" indent="-1619250" algn="r" defTabSz="4319588" rtl="1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5100" kern="1200">
          <a:solidFill>
            <a:schemeClr val="tx1"/>
          </a:solidFill>
          <a:latin typeface="+mn-lt"/>
          <a:ea typeface="+mn-ea"/>
          <a:cs typeface="+mn-cs"/>
        </a:defRPr>
      </a:lvl1pPr>
      <a:lvl2pPr marL="3509963" indent="-1349375" algn="r" defTabSz="4319588" rtl="1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32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675" indent="-1079500" algn="r" defTabSz="4319588" rtl="1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1300" kern="1200">
          <a:solidFill>
            <a:schemeClr val="tx1"/>
          </a:solidFill>
          <a:latin typeface="+mn-lt"/>
          <a:ea typeface="+mn-ea"/>
          <a:cs typeface="+mn-cs"/>
        </a:defRPr>
      </a:lvl3pPr>
      <a:lvl4pPr marL="7559675" indent="-1079500" algn="r" defTabSz="4319588" rtl="1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9500" kern="1200">
          <a:solidFill>
            <a:schemeClr val="tx1"/>
          </a:solidFill>
          <a:latin typeface="+mn-lt"/>
          <a:ea typeface="+mn-ea"/>
          <a:cs typeface="+mn-cs"/>
        </a:defRPr>
      </a:lvl4pPr>
      <a:lvl5pPr marL="9720263" indent="-1079500" algn="r" defTabSz="4319588" rtl="1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9500" kern="1200">
          <a:solidFill>
            <a:schemeClr val="tx1"/>
          </a:solidFill>
          <a:latin typeface="+mn-lt"/>
          <a:ea typeface="+mn-ea"/>
          <a:cs typeface="+mn-cs"/>
        </a:defRPr>
      </a:lvl5pPr>
      <a:lvl6pPr marL="11881485" indent="-1080135" algn="r" defTabSz="4320540" rtl="1" eaLnBrk="1" latinLnBrk="0" hangingPunct="1">
        <a:spcBef>
          <a:spcPct val="20000"/>
        </a:spcBef>
        <a:buFont typeface="Arial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6pPr>
      <a:lvl7pPr marL="14041755" indent="-1080135" algn="r" defTabSz="4320540" rtl="1" eaLnBrk="1" latinLnBrk="0" hangingPunct="1">
        <a:spcBef>
          <a:spcPct val="20000"/>
        </a:spcBef>
        <a:buFont typeface="Arial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7pPr>
      <a:lvl8pPr marL="16202025" indent="-1080135" algn="r" defTabSz="4320540" rtl="1" eaLnBrk="1" latinLnBrk="0" hangingPunct="1">
        <a:spcBef>
          <a:spcPct val="20000"/>
        </a:spcBef>
        <a:buFont typeface="Arial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8pPr>
      <a:lvl9pPr marL="18362295" indent="-1080135" algn="r" defTabSz="4320540" rtl="1" eaLnBrk="1" latinLnBrk="0" hangingPunct="1">
        <a:spcBef>
          <a:spcPct val="20000"/>
        </a:spcBef>
        <a:buFont typeface="Arial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4320540" rtl="1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1pPr>
      <a:lvl2pPr marL="2160270" algn="r" defTabSz="4320540" rtl="1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2pPr>
      <a:lvl3pPr marL="4320540" algn="r" defTabSz="4320540" rtl="1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3pPr>
      <a:lvl4pPr marL="6480810" algn="r" defTabSz="4320540" rtl="1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4pPr>
      <a:lvl5pPr marL="8641080" algn="r" defTabSz="4320540" rtl="1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5pPr>
      <a:lvl6pPr marL="10801350" algn="r" defTabSz="4320540" rtl="1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6pPr>
      <a:lvl7pPr marL="12961620" algn="r" defTabSz="4320540" rtl="1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7pPr>
      <a:lvl8pPr marL="15121890" algn="r" defTabSz="4320540" rtl="1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8pPr>
      <a:lvl9pPr marL="17282160" algn="r" defTabSz="4320540" rtl="1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CF7B7D0-5A20-9F70-FE3F-0265D830B01E}"/>
              </a:ext>
            </a:extLst>
          </p:cNvPr>
          <p:cNvSpPr/>
          <p:nvPr/>
        </p:nvSpPr>
        <p:spPr>
          <a:xfrm>
            <a:off x="382927" y="6697044"/>
            <a:ext cx="31638195" cy="4536504"/>
          </a:xfrm>
          <a:prstGeom prst="roundRect">
            <a:avLst/>
          </a:prstGeom>
          <a:solidFill>
            <a:srgbClr val="F6FAFF"/>
          </a:solidFill>
          <a:ln w="571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40B8A710-6F1F-ADAA-FC65-ACDF575CC0CA}"/>
              </a:ext>
            </a:extLst>
          </p:cNvPr>
          <p:cNvSpPr/>
          <p:nvPr/>
        </p:nvSpPr>
        <p:spPr>
          <a:xfrm>
            <a:off x="382927" y="18625079"/>
            <a:ext cx="19617068" cy="9242315"/>
          </a:xfrm>
          <a:prstGeom prst="roundRect">
            <a:avLst/>
          </a:prstGeom>
          <a:solidFill>
            <a:srgbClr val="F6FAFF"/>
          </a:solidFill>
          <a:ln w="571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2996B011-79FE-F146-2204-0695685BC7CA}"/>
              </a:ext>
            </a:extLst>
          </p:cNvPr>
          <p:cNvSpPr/>
          <p:nvPr/>
        </p:nvSpPr>
        <p:spPr>
          <a:xfrm>
            <a:off x="382927" y="28161685"/>
            <a:ext cx="31638195" cy="9242315"/>
          </a:xfrm>
          <a:prstGeom prst="roundRect">
            <a:avLst/>
          </a:prstGeom>
          <a:solidFill>
            <a:srgbClr val="F6FAFF"/>
          </a:solidFill>
          <a:ln w="571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D7D659BB-3668-E482-339F-B7F79A5B043F}"/>
              </a:ext>
            </a:extLst>
          </p:cNvPr>
          <p:cNvSpPr/>
          <p:nvPr/>
        </p:nvSpPr>
        <p:spPr>
          <a:xfrm>
            <a:off x="20355324" y="11626844"/>
            <a:ext cx="11665799" cy="16240551"/>
          </a:xfrm>
          <a:prstGeom prst="roundRect">
            <a:avLst/>
          </a:prstGeom>
          <a:solidFill>
            <a:srgbClr val="F6FAFF"/>
          </a:solidFill>
          <a:ln w="571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066F1A7-810C-816F-8340-D8BCFDD853EE}"/>
              </a:ext>
            </a:extLst>
          </p:cNvPr>
          <p:cNvSpPr/>
          <p:nvPr/>
        </p:nvSpPr>
        <p:spPr>
          <a:xfrm>
            <a:off x="382927" y="11659737"/>
            <a:ext cx="19617068" cy="6378883"/>
          </a:xfrm>
          <a:prstGeom prst="roundRect">
            <a:avLst/>
          </a:prstGeom>
          <a:solidFill>
            <a:srgbClr val="F6FAFF"/>
          </a:solidFill>
          <a:ln w="571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1EC6F33-358F-9117-D0DE-98CCE46F7071}"/>
              </a:ext>
            </a:extLst>
          </p:cNvPr>
          <p:cNvSpPr/>
          <p:nvPr/>
        </p:nvSpPr>
        <p:spPr>
          <a:xfrm>
            <a:off x="-90847" y="-75136"/>
            <a:ext cx="32379534" cy="6378883"/>
          </a:xfrm>
          <a:prstGeom prst="rect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4319588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IL"/>
          </a:p>
        </p:txBody>
      </p:sp>
      <p:sp>
        <p:nvSpPr>
          <p:cNvPr id="14338" name="TextBox 6">
            <a:extLst>
              <a:ext uri="{FF2B5EF4-FFF2-40B4-BE49-F238E27FC236}">
                <a16:creationId xmlns:a16="http://schemas.microsoft.com/office/drawing/2014/main" id="{CDD3160D-0763-ADC8-DD4C-40D0398321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7138" y="2781837"/>
            <a:ext cx="30432375" cy="1477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defTabSz="4319588" eaLnBrk="0" fontAlgn="base" hangingPunct="0">
              <a:spcBef>
                <a:spcPct val="0"/>
              </a:spcBef>
              <a:spcAft>
                <a:spcPct val="0"/>
              </a:spcAft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defTabSz="4319588" eaLnBrk="0" fontAlgn="base" hangingPunct="0">
              <a:spcBef>
                <a:spcPct val="0"/>
              </a:spcBef>
              <a:spcAft>
                <a:spcPct val="0"/>
              </a:spcAft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defTabSz="4319588" eaLnBrk="0" fontAlgn="base" hangingPunct="0">
              <a:spcBef>
                <a:spcPct val="0"/>
              </a:spcBef>
              <a:spcAft>
                <a:spcPct val="0"/>
              </a:spcAft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defTabSz="4319588" eaLnBrk="0" fontAlgn="base" hangingPunct="0">
              <a:spcBef>
                <a:spcPct val="0"/>
              </a:spcBef>
              <a:spcAft>
                <a:spcPct val="0"/>
              </a:spcAft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rtl="1" eaLnBrk="1" hangingPunct="1">
              <a:lnSpc>
                <a:spcPts val="10000"/>
              </a:lnSpc>
            </a:pPr>
            <a:r>
              <a:rPr lang="en-US" altLang="he-IL" sz="1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Analyzing transactions on the blockchain network</a:t>
            </a:r>
            <a:endParaRPr lang="he-IL" altLang="he-IL" sz="11000" b="1" dirty="0">
              <a:solidFill>
                <a:schemeClr val="tx1">
                  <a:lumMod val="50000"/>
                  <a:lumOff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339" name="TextBox 9">
            <a:extLst>
              <a:ext uri="{FF2B5EF4-FFF2-40B4-BE49-F238E27FC236}">
                <a16:creationId xmlns:a16="http://schemas.microsoft.com/office/drawing/2014/main" id="{783B316F-98D7-4B35-1477-5719C13EE0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92014" y="3891421"/>
            <a:ext cx="21002625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defTabSz="968375"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defTabSz="968375"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defTabSz="968375"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defTabSz="968375"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defTabSz="968375"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defTabSz="968375" eaLnBrk="0" fontAlgn="base" hangingPunct="0">
              <a:spcBef>
                <a:spcPct val="0"/>
              </a:spcBef>
              <a:spcAft>
                <a:spcPct val="0"/>
              </a:spcAft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defTabSz="968375" eaLnBrk="0" fontAlgn="base" hangingPunct="0">
              <a:spcBef>
                <a:spcPct val="0"/>
              </a:spcBef>
              <a:spcAft>
                <a:spcPct val="0"/>
              </a:spcAft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defTabSz="968375" eaLnBrk="0" fontAlgn="base" hangingPunct="0">
              <a:spcBef>
                <a:spcPct val="0"/>
              </a:spcBef>
              <a:spcAft>
                <a:spcPct val="0"/>
              </a:spcAft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defTabSz="968375" eaLnBrk="0" fontAlgn="base" hangingPunct="0">
              <a:spcBef>
                <a:spcPct val="0"/>
              </a:spcBef>
              <a:spcAft>
                <a:spcPct val="0"/>
              </a:spcAft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rtl="1" eaLnBrk="1" hangingPunct="1"/>
            <a:r>
              <a:rPr lang="en-US" altLang="he-IL" sz="8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Ori Sinvani, Harel Brener, Nehoray Chalfon</a:t>
            </a:r>
            <a:endParaRPr lang="he-IL" altLang="he-IL" sz="8000" b="1" dirty="0">
              <a:solidFill>
                <a:schemeClr val="tx1">
                  <a:lumMod val="50000"/>
                  <a:lumOff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340" name="TextBox 10">
            <a:extLst>
              <a:ext uri="{FF2B5EF4-FFF2-40B4-BE49-F238E27FC236}">
                <a16:creationId xmlns:a16="http://schemas.microsoft.com/office/drawing/2014/main" id="{37906BF6-80F4-1E2D-7932-108B411E1B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09411" y="5103418"/>
            <a:ext cx="21002625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defTabSz="968375"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defTabSz="968375"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defTabSz="968375"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defTabSz="968375"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defTabSz="968375"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defTabSz="968375" eaLnBrk="0" fontAlgn="base" hangingPunct="0">
              <a:spcBef>
                <a:spcPct val="0"/>
              </a:spcBef>
              <a:spcAft>
                <a:spcPct val="0"/>
              </a:spcAft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defTabSz="968375" eaLnBrk="0" fontAlgn="base" hangingPunct="0">
              <a:spcBef>
                <a:spcPct val="0"/>
              </a:spcBef>
              <a:spcAft>
                <a:spcPct val="0"/>
              </a:spcAft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defTabSz="968375" eaLnBrk="0" fontAlgn="base" hangingPunct="0">
              <a:spcBef>
                <a:spcPct val="0"/>
              </a:spcBef>
              <a:spcAft>
                <a:spcPct val="0"/>
              </a:spcAft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defTabSz="968375" eaLnBrk="0" fontAlgn="base" hangingPunct="0">
              <a:spcBef>
                <a:spcPct val="0"/>
              </a:spcBef>
              <a:spcAft>
                <a:spcPct val="0"/>
              </a:spcAft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rtl="1" eaLnBrk="1" hangingPunct="1"/>
            <a:r>
              <a:rPr lang="en-US" altLang="he-IL" sz="7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Instructor: Dr. Ofer Zevin</a:t>
            </a:r>
          </a:p>
        </p:txBody>
      </p:sp>
      <p:sp>
        <p:nvSpPr>
          <p:cNvPr id="14342" name="TextBox 1">
            <a:extLst>
              <a:ext uri="{FF2B5EF4-FFF2-40B4-BE49-F238E27FC236}">
                <a16:creationId xmlns:a16="http://schemas.microsoft.com/office/drawing/2014/main" id="{2D39E5F5-AE41-E499-F3F7-53C3EBBB82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847" y="362186"/>
            <a:ext cx="5202238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ctr" eaLnBrk="1" hangingPunct="1"/>
            <a:r>
              <a:rPr lang="en-US" altLang="he-IL" sz="7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  <a:endParaRPr lang="en-US" altLang="he-IL" dirty="0">
              <a:solidFill>
                <a:schemeClr val="tx1">
                  <a:lumMod val="50000"/>
                  <a:lumOff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" name="תמונה 4">
            <a:extLst>
              <a:ext uri="{FF2B5EF4-FFF2-40B4-BE49-F238E27FC236}">
                <a16:creationId xmlns:a16="http://schemas.microsoft.com/office/drawing/2014/main" id="{05F4F1BB-1C1F-0579-CAF2-B54A24D915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89882" y="-75136"/>
            <a:ext cx="13198805" cy="2135463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6">
            <a:extLst>
              <a:ext uri="{FF2B5EF4-FFF2-40B4-BE49-F238E27FC236}">
                <a16:creationId xmlns:a16="http://schemas.microsoft.com/office/drawing/2014/main" id="{4CD4C588-2826-FBB9-CE54-A6D269F21D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497207" y="1280858"/>
            <a:ext cx="8523916" cy="12572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defTabSz="4319588" eaLnBrk="0" fontAlgn="base" hangingPunct="0">
              <a:spcBef>
                <a:spcPct val="0"/>
              </a:spcBef>
              <a:spcAft>
                <a:spcPct val="0"/>
              </a:spcAft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defTabSz="4319588" eaLnBrk="0" fontAlgn="base" hangingPunct="0">
              <a:spcBef>
                <a:spcPct val="0"/>
              </a:spcBef>
              <a:spcAft>
                <a:spcPct val="0"/>
              </a:spcAft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defTabSz="4319588" eaLnBrk="0" fontAlgn="base" hangingPunct="0">
              <a:spcBef>
                <a:spcPct val="0"/>
              </a:spcBef>
              <a:spcAft>
                <a:spcPct val="0"/>
              </a:spcAft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defTabSz="4319588" eaLnBrk="0" fontAlgn="base" hangingPunct="0">
              <a:spcBef>
                <a:spcPct val="0"/>
              </a:spcBef>
              <a:spcAft>
                <a:spcPct val="0"/>
              </a:spcAft>
              <a:defRPr sz="85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defTabSz="4319588" rtl="0" eaLnBrk="1" fontAlgn="base" hangingPunct="1">
              <a:lnSpc>
                <a:spcPts val="1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he-IL" sz="5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DSE/SISE</a:t>
            </a:r>
            <a:endParaRPr lang="he-IL" altLang="he-IL" sz="5400" b="1" dirty="0">
              <a:solidFill>
                <a:schemeClr val="tx1">
                  <a:lumMod val="50000"/>
                  <a:lumOff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F9268824-E741-0197-A9EC-9B902DEC27F2}"/>
              </a:ext>
            </a:extLst>
          </p:cNvPr>
          <p:cNvSpPr/>
          <p:nvPr/>
        </p:nvSpPr>
        <p:spPr>
          <a:xfrm>
            <a:off x="279822" y="37654786"/>
            <a:ext cx="31638195" cy="5205760"/>
          </a:xfrm>
          <a:prstGeom prst="roundRect">
            <a:avLst/>
          </a:prstGeom>
          <a:solidFill>
            <a:srgbClr val="F6FAFF"/>
          </a:solidFill>
          <a:ln w="571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6E4EEF-3538-4780-18A7-93A451668E4A}"/>
              </a:ext>
            </a:extLst>
          </p:cNvPr>
          <p:cNvSpPr/>
          <p:nvPr/>
        </p:nvSpPr>
        <p:spPr>
          <a:xfrm>
            <a:off x="12197858" y="6951666"/>
            <a:ext cx="780213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Introduction &amp; Motivation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D20E0C-2DBD-C424-D5F3-253735788946}"/>
              </a:ext>
            </a:extLst>
          </p:cNvPr>
          <p:cNvSpPr txBox="1"/>
          <p:nvPr/>
        </p:nvSpPr>
        <p:spPr>
          <a:xfrm>
            <a:off x="985371" y="7904275"/>
            <a:ext cx="3055435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sz="4000" b="1" dirty="0"/>
              <a:t>Bitcoin</a:t>
            </a:r>
            <a:r>
              <a:rPr lang="en-IL" sz="4000" dirty="0"/>
              <a:t> is pseudonymous, making it a haven for scams, ransomware, and money laundering. Spotting criminal wallets is hard as they're rare, anonymous, and their behavior shows in </a:t>
            </a:r>
            <a:r>
              <a:rPr lang="en-IL" sz="4000" i="1" dirty="0"/>
              <a:t>how</a:t>
            </a:r>
            <a:r>
              <a:rPr lang="en-IL" sz="4000" dirty="0"/>
              <a:t> they transact, not in any single address.</a:t>
            </a:r>
            <a:br>
              <a:rPr lang="en-IL" sz="4000" dirty="0"/>
            </a:br>
            <a:r>
              <a:rPr lang="en-IL" sz="4000" dirty="0"/>
              <a:t>Traditional models judge each wallet in isolation and miss this structure. </a:t>
            </a:r>
            <a:br>
              <a:rPr lang="en-IL" sz="4000" dirty="0"/>
            </a:br>
            <a:r>
              <a:rPr lang="en-IL" sz="4000" b="1" dirty="0"/>
              <a:t>We model </a:t>
            </a:r>
            <a:r>
              <a:rPr lang="en-IL" sz="4000" dirty="0"/>
              <a:t>the blockchain as a transaction graph and use a Graph Neural Network to learn from each wallet's neighborhood.</a:t>
            </a:r>
          </a:p>
          <a:p>
            <a:r>
              <a:rPr lang="en-IL" sz="4000" b="1" dirty="0"/>
              <a:t>Our Goal is</a:t>
            </a:r>
            <a:r>
              <a:rPr lang="en-IL" sz="4000" dirty="0"/>
              <a:t> classifying a Bitcoin wallet as benign or criminal from its transaction history.</a:t>
            </a:r>
          </a:p>
          <a:p>
            <a:endParaRPr lang="en-IL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C61F96-F7B4-B49F-4116-92A68005CD98}"/>
              </a:ext>
            </a:extLst>
          </p:cNvPr>
          <p:cNvSpPr txBox="1"/>
          <p:nvPr/>
        </p:nvSpPr>
        <p:spPr>
          <a:xfrm>
            <a:off x="2085375" y="15498091"/>
            <a:ext cx="1700028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IL" sz="3200" b="1" dirty="0"/>
              <a:t>Live neighborhood</a:t>
            </a:r>
            <a:r>
              <a:rPr lang="en-IL" sz="3200" dirty="0"/>
              <a:t> from mempool.space: scores any address, even new ones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L" sz="3200" b="1" dirty="0"/>
              <a:t>Graph beats tables: </a:t>
            </a:r>
            <a:r>
              <a:rPr lang="en-IL" sz="3200" dirty="0"/>
              <a:t>GATv2 attention catches relational signal tabular models miss; ghost nodes handle sparse wallets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L" sz="3200" b="1" dirty="0"/>
              <a:t>Calibrated risk score</a:t>
            </a:r>
            <a:r>
              <a:rPr lang="en-IL" sz="3200" dirty="0"/>
              <a:t>, not just a label, model produces trustworthy probability.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2CF861-EADC-3B9E-87A9-1FD85B840550}"/>
              </a:ext>
            </a:extLst>
          </p:cNvPr>
          <p:cNvSpPr txBox="1"/>
          <p:nvPr/>
        </p:nvSpPr>
        <p:spPr>
          <a:xfrm>
            <a:off x="928418" y="38838513"/>
            <a:ext cx="3054721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sz="4000" b="1" dirty="0"/>
              <a:t>Modeling</a:t>
            </a:r>
            <a:r>
              <a:rPr lang="en-IL" sz="4000" dirty="0"/>
              <a:t> the blockchain as a graph clearly pays off as GATv2 beats both baselines on every metric and the calibrated confidence scores make the output usable as a real risk-screening signal, not just a label.</a:t>
            </a:r>
          </a:p>
          <a:p>
            <a:r>
              <a:rPr lang="en-IL" sz="4000" b="1" dirty="0"/>
              <a:t>Limitations:</a:t>
            </a:r>
            <a:r>
              <a:rPr lang="en-IL" sz="4000" dirty="0"/>
              <a:t> performance depends on available transaction history, and labels are scarce and evolve as criminal behavior changes.</a:t>
            </a:r>
          </a:p>
          <a:p>
            <a:r>
              <a:rPr lang="en-IL" sz="4000" b="1" dirty="0"/>
              <a:t>Future work:</a:t>
            </a:r>
            <a:r>
              <a:rPr lang="en-IL" sz="4000" dirty="0"/>
              <a:t> broader datasets, and explainability to show </a:t>
            </a:r>
            <a:r>
              <a:rPr lang="en-IL" sz="4000" i="1" dirty="0"/>
              <a:t>why</a:t>
            </a:r>
            <a:r>
              <a:rPr lang="en-IL" sz="4000" dirty="0"/>
              <a:t> a wallet is flagged.</a:t>
            </a:r>
            <a:br>
              <a:rPr lang="en-IL" sz="4000" dirty="0"/>
            </a:br>
            <a:br>
              <a:rPr lang="en-IL" sz="4000" dirty="0"/>
            </a:br>
            <a:r>
              <a:rPr lang="en-IL" sz="4000" b="1" dirty="0"/>
              <a:t>Website: </a:t>
            </a:r>
            <a:r>
              <a:rPr lang="en-US" sz="4000" b="1" dirty="0" err="1"/>
              <a:t>cryptotrace.cs.bgu.ac.il</a:t>
            </a:r>
            <a:endParaRPr lang="en-IL" sz="4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5090FC-9D8D-44F1-0E7B-DFDE9475987F}"/>
              </a:ext>
            </a:extLst>
          </p:cNvPr>
          <p:cNvSpPr/>
          <p:nvPr/>
        </p:nvSpPr>
        <p:spPr>
          <a:xfrm>
            <a:off x="11992256" y="37778446"/>
            <a:ext cx="780213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Discussion &amp; Conclusion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5D32ECE-9AC3-7D87-AD4F-52A1BA4059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7056" y="20171181"/>
            <a:ext cx="17508810" cy="65110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5501A43-238A-8D05-17F6-75F160B91DC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0920" y="13099499"/>
            <a:ext cx="15165936" cy="213270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C7995B9-CF0E-F724-56EF-7AF7437B088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02443" y="14008583"/>
            <a:ext cx="9064683" cy="1344594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CA6DEE7-8ECB-95BF-F56E-9B6D681B3EA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467" y="28960803"/>
            <a:ext cx="13084368" cy="727651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D889D58-BEF3-5F62-1B19-A83D36C697A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36491" y="29378829"/>
            <a:ext cx="10218749" cy="6764523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4A7872E-9A2E-7BA2-83A1-F5072F5BA4C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37481" y="29221581"/>
            <a:ext cx="6643368" cy="6764523"/>
          </a:xfrm>
          <a:prstGeom prst="rect">
            <a:avLst/>
          </a:prstGeom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61439C19-AA7B-DCD5-D85E-E88E92AB5678}"/>
              </a:ext>
            </a:extLst>
          </p:cNvPr>
          <p:cNvSpPr/>
          <p:nvPr/>
        </p:nvSpPr>
        <p:spPr>
          <a:xfrm>
            <a:off x="13725345" y="28402721"/>
            <a:ext cx="557075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Metrics &amp; Results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5258A16-E352-6D7F-2C5F-477535E78C6C}"/>
              </a:ext>
            </a:extLst>
          </p:cNvPr>
          <p:cNvSpPr/>
          <p:nvPr/>
        </p:nvSpPr>
        <p:spPr>
          <a:xfrm>
            <a:off x="7534355" y="19058416"/>
            <a:ext cx="531421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Training Pipeline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307FEB6-3ED8-9C08-5EC9-9472601E510B}"/>
              </a:ext>
            </a:extLst>
          </p:cNvPr>
          <p:cNvSpPr/>
          <p:nvPr/>
        </p:nvSpPr>
        <p:spPr>
          <a:xfrm>
            <a:off x="8681914" y="11957092"/>
            <a:ext cx="301909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Workflow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60C49EF-1638-3020-C168-9A51320F3F38}"/>
              </a:ext>
            </a:extLst>
          </p:cNvPr>
          <p:cNvSpPr/>
          <p:nvPr/>
        </p:nvSpPr>
        <p:spPr>
          <a:xfrm>
            <a:off x="23436008" y="12264819"/>
            <a:ext cx="591726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Model Architecture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BB9F02-69B6-E0C6-8885-CD0BC30DA7AE}"/>
              </a:ext>
            </a:extLst>
          </p:cNvPr>
          <p:cNvSpPr txBox="1"/>
          <p:nvPr/>
        </p:nvSpPr>
        <p:spPr>
          <a:xfrm>
            <a:off x="2228519" y="36202231"/>
            <a:ext cx="1061167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sz="2800" dirty="0"/>
              <a:t>Our GNN beats both baselines on every metric, with its biggest lead in recall, catching far more criminal wallets.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B03DF3A-FC3D-1EDD-FBAB-DA660D8E021C}"/>
              </a:ext>
            </a:extLst>
          </p:cNvPr>
          <p:cNvSpPr txBox="1"/>
          <p:nvPr/>
        </p:nvSpPr>
        <p:spPr>
          <a:xfrm>
            <a:off x="15335456" y="36196130"/>
            <a:ext cx="792128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sz="2800" dirty="0"/>
              <a:t>most predictions land at high confidence </a:t>
            </a:r>
            <a:br>
              <a:rPr lang="en-IL" sz="2800" dirty="0"/>
            </a:br>
            <a:r>
              <a:rPr lang="en-IL" sz="2800" dirty="0"/>
              <a:t>so the risk score is decisive yet well-calibrated.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9D125A6-1125-404F-AF7D-57C3D639A810}"/>
              </a:ext>
            </a:extLst>
          </p:cNvPr>
          <p:cNvSpPr txBox="1"/>
          <p:nvPr/>
        </p:nvSpPr>
        <p:spPr>
          <a:xfrm>
            <a:off x="23996727" y="36196129"/>
            <a:ext cx="792129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sz="2800" dirty="0"/>
              <a:t>Our GNN separates criminal from benign wallets </a:t>
            </a:r>
            <a:br>
              <a:rPr lang="en-IL" sz="2800" dirty="0"/>
            </a:br>
            <a:r>
              <a:rPr lang="en-IL" sz="2800" dirty="0"/>
              <a:t>better than both baselines at every threshold.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ACC9749-2518-C6E3-5CBC-F0972626D493}"/>
              </a:ext>
            </a:extLst>
          </p:cNvPr>
          <p:cNvSpPr txBox="1"/>
          <p:nvPr/>
        </p:nvSpPr>
        <p:spPr>
          <a:xfrm>
            <a:off x="1749538" y="26422504"/>
            <a:ext cx="1688384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sz="3200" dirty="0"/>
              <a:t>Two datasets are merged into 77k labeled wallets, turned into ego-graphs, and used to train our GATv2 model against tabular and graph baselines on a shared held-out test set.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F035F77-0E70-C949-A8C2-051EDB2AE03B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7a59bb69-ef16-40b1-b239-8eb22175b98f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מסמך" ma:contentTypeID="0x010100854DB4E5F29CFF41AF325DC0C8D6D748" ma:contentTypeVersion="2" ma:contentTypeDescription="צור מסמך חדש." ma:contentTypeScope="" ma:versionID="fe7df9faa1e5ccfa42cd66fe3c29f735">
  <xsd:schema xmlns:xsd="http://www.w3.org/2001/XMLSchema" xmlns:xs="http://www.w3.org/2001/XMLSchema" xmlns:p="http://schemas.microsoft.com/office/2006/metadata/properties" xmlns:ns1="http://schemas.microsoft.com/sharepoint/v3" xmlns:ns2="3fd1f8e8-d4eb-4fa9-9edf-90e13be718c2" targetNamespace="http://schemas.microsoft.com/office/2006/metadata/properties" ma:root="true" ma:fieldsID="844f14077d14339ed85a25a7239d3e3f" ns1:_="" ns2:_="">
    <xsd:import namespace="http://schemas.microsoft.com/sharepoint/v3"/>
    <xsd:import namespace="3fd1f8e8-d4eb-4fa9-9edf-90e13be718c2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  <xsd:element ref="ns2:_dlc_DocId" minOccurs="0"/>
                <xsd:element ref="ns2:_dlc_DocIdUrl" minOccurs="0"/>
                <xsd:element ref="ns2:_dlc_DocIdPersistId" minOccurs="0"/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מתזמן תאריך התחלה" ma:description="" ma:hidden="true" ma:internalName="PublishingStartDate">
      <xsd:simpleType>
        <xsd:restriction base="dms:Unknown"/>
      </xsd:simpleType>
    </xsd:element>
    <xsd:element name="PublishingExpirationDate" ma:index="9" nillable="true" ma:displayName="מתזמן תאריך סיום" ma:description="" ma:hidden="true" ma:internalName="PublishingExpirationDat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fd1f8e8-d4eb-4fa9-9edf-90e13be718c2" elementFormDefault="qualified">
    <xsd:import namespace="http://schemas.microsoft.com/office/2006/documentManagement/types"/>
    <xsd:import namespace="http://schemas.microsoft.com/office/infopath/2007/PartnerControls"/>
    <xsd:element name="_dlc_DocId" ma:index="10" nillable="true" ma:displayName="ערך של מזהה מסמך" ma:description="הערך של מזהה המסמך שהוקצה לפריט זה." ma:internalName="_dlc_DocId" ma:readOnly="true">
      <xsd:simpleType>
        <xsd:restriction base="dms:Text"/>
      </xsd:simpleType>
    </xsd:element>
    <xsd:element name="_dlc_DocIdUrl" ma:index="11" nillable="true" ma:displayName="מזהה מסמך" ma:description="קישור קבוע למסמך זה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2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SharedWithUsers" ma:index="13" nillable="true" ma:displayName="משותף עם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סוג תוכן"/>
        <xsd:element ref="dc:title" minOccurs="0" maxOccurs="1" ma:index="4" ma:displayName="כותרת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Assembly>Microsoft.Office.DocumentManagement, Version=14.0.0.0, Culture=neutral, PublicKeyToken=71e9bce111e9429c</Assembly>
    <Class>Microsoft.Office.DocumentManagement.Internal.DocIdHandler</Class>
    <Data/>
    <Filter/>
  </Receiver>
</spe:Receivers>
</file>

<file path=customXml/item4.xml><?xml version="1.0" encoding="utf-8"?>
<LongProperties xmlns="http://schemas.microsoft.com/office/2006/metadata/longProperties"/>
</file>

<file path=customXml/itemProps1.xml><?xml version="1.0" encoding="utf-8"?>
<ds:datastoreItem xmlns:ds="http://schemas.openxmlformats.org/officeDocument/2006/customXml" ds:itemID="{598B6435-3618-49A5-B564-2562FC8867F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A773BFB-7E4E-48F0-86BD-A2308A0DBD5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3fd1f8e8-d4eb-4fa9-9edf-90e13be718c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12842A7-0819-483D-87E9-E0E5F58800E2}">
  <ds:schemaRefs>
    <ds:schemaRef ds:uri="http://schemas.microsoft.com/sharepoint/events"/>
  </ds:schemaRefs>
</ds:datastoreItem>
</file>

<file path=customXml/itemProps4.xml><?xml version="1.0" encoding="utf-8"?>
<ds:datastoreItem xmlns:ds="http://schemas.openxmlformats.org/officeDocument/2006/customXml" ds:itemID="{CFE669A1-3A7E-4B3E-89FA-26868125A6F1}">
  <ds:schemaRefs>
    <ds:schemaRef ds:uri="http://schemas.microsoft.com/office/2006/metadata/long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2085</TotalTime>
  <Words>351</Words>
  <Application>Microsoft Macintosh PowerPoint</Application>
  <PresentationFormat>Custom</PresentationFormat>
  <Paragraphs>24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ערכת נושא Office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שקופית 1</dc:title>
  <dc:creator>adam</dc:creator>
  <cp:lastModifiedBy>ori sinvani</cp:lastModifiedBy>
  <cp:revision>42</cp:revision>
  <dcterms:created xsi:type="dcterms:W3CDTF">2010-03-24T06:07:16Z</dcterms:created>
  <dcterms:modified xsi:type="dcterms:W3CDTF">2026-06-05T11:15:17Z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dlc_DocId">
    <vt:lpwstr>5RW434VQ3H3S-892-196</vt:lpwstr>
  </property>
  <property fmtid="{D5CDD505-2E9C-101B-9397-08002B2CF9AE}" pid="3" name="_dlc_DocIdItemGuid">
    <vt:lpwstr>1e876f2f-06f9-413d-bccc-0470f3929c52</vt:lpwstr>
  </property>
  <property fmtid="{D5CDD505-2E9C-101B-9397-08002B2CF9AE}" pid="4" name="_dlc_DocIdUrl">
    <vt:lpwstr>https://in.bgu.ac.il/engn/ise/_layouts/15/DocIdRedir.aspx?ID=5RW434VQ3H3S-892-196, 5RW434VQ3H3S-892-196</vt:lpwstr>
  </property>
  <property fmtid="{D5CDD505-2E9C-101B-9397-08002B2CF9AE}" pid="5" name="PublishingExpirationDate">
    <vt:lpwstr/>
  </property>
  <property fmtid="{D5CDD505-2E9C-101B-9397-08002B2CF9AE}" pid="6" name="PublishingStartDate">
    <vt:lpwstr/>
  </property>
</Properties>
</file>